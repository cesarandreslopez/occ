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m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Remember to greet the audience warmly</a:t>
            </a:r>
          </a:p>
        </p:txBody>
      </p:sp>
    </p:spTree>
  </p:cSld>
</p:note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Testing</a:t>
            </a:r>
          </a:p>
        </p:txBody>
      </p:sp>
      <p:sp>
        <p:nvSpPr>
          <p:cNvPr id="3" name="Subtitle"/>
          <p:cNvSpPr/>
          <p:nvPr>
            <p:ph type="subTitle"/>
          </p:nvPr>
        </p:nvSpPr>
        <p:spPr/>
        <p:txBody>
          <a:bodyPr/>
          <a:lstStyle/>
          <a:p>
            <a:r>
              <a:t>An introduction to our testing framework and methodology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Test Results Overview</a:t>
            </a:r>
          </a:p>
        </p:txBody>
      </p:sp>
      <p:sp>
        <p:nvSpPr>
          <p:cNvPr id="3" name="Content"/>
          <p:cNvSpPr/>
          <p:nvPr>
            <p:ph idx="1"/>
          </p:nvPr>
        </p:nvSpPr>
        <p:spPr/>
        <p:txBody>
          <a:bodyPr/>
          <a:lstStyle/>
          <a:p>
            <a:r>
              <a:t>Our test suite covers unit integration and end-to-end scenarios across all modules</a:t>
            </a:r>
          </a:p>
        </p:txBody>
      </p:sp>
      <p:graphicFrame>
        <p:nvGraphicFramePr>
          <p:cNvPr id="4" name="Table"/>
          <p:cNvGraphicFramePr/>
          <p:nvPr/>
        </p:nvGraphicFramePr>
        <a:graphic>
          <a:graphicData>
            <a:tbl>
              <a:tr>
                <a:tc>
                  <a:txBody>
                    <a:p>
                      <a:r>
                        <a:t>Module</a:t>
                      </a:r>
                    </a:p>
                  </a:txBody>
                </a:tc>
                <a:tc>
                  <a:txBody>
                    <a:p>
                      <a:r>
                        <a:t>Pass Rate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"/>
          <p:cNvSpPr/>
          <p:nvPr>
            <p:ph idx="1"/>
          </p:nvPr>
        </p:nvSpPr>
        <p:spPr/>
        <p:txBody>
          <a:bodyPr/>
          <a:lstStyle/>
          <a:p>
            <a:r>
              <a:t>Continue expanding test coverage and improving automation</a:t>
            </a:r>
          </a:p>
        </p:txBody>
      </p:sp>
    </p:spTree>
  </p:cSld>
  <p:transition spd="med">
    <p:fade/>
  </p:transition>
</p:sld>
</file>

<file path=docProps/app.xml><?xml version="1.0" encoding="utf-8"?>
<Properties xmlns="http://schemas.openxmlformats.org/officeDocument/2006/extended-properties">
  <Company>Test Corp</Company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Presentation</dc:title>
  <dc:creator>Test Author</dc:creator>
  <dc:subject>Testing</dc:subject>
  <dcterms:created xsi:type="dcterms:W3CDTF">2024-01-15T10:00:00Z</dcterms:created>
  <dcterms:modified xsi:type="dcterms:W3CDTF">2024-01-20T14:30:00Z</dcterms:modified>
</cp:coreProperties>
</file>